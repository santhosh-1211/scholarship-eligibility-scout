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Scholarship Eligibility Scout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55D9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AI-assisted scholarship discovery and safe application preparation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Hackathon team: AGENTIC NINJAS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Goal: turn student inputs into traceable eligibility decisions, draft IDs and evidence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Prototype status: local demo; official source integration and public deployment remain to be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AGENTIC NINJAS | Scholarship Eligibility Scout | Synthetic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Students must search multiple portals and interpret different eligibility rules.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Missing documents, income-limit mistakes and incorrect personal details can delay applications.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Scout organizes inputs, evaluates rules, shows exclusions with quoted rules and prepares drafts.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Uncertain rules and missing evidence are marked for human review rather than guessed.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AGENTIC NINJAS | Scholarship Eligibility Scout | Synthetic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Input layer: synthetic income, course, category and student record ID.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Source retrieval: permitted official pages in read-only mode; retain URLs and timestamps.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Rules engine: deterministic checks for income, course, category and document constraints.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Evidence store: input IDs, source evidence, decisions, draft IDs and test logs.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Safety gate: detect DOB mismatch, preserve original files and require human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AGENTIC NINJAS | Scholarship Eligibility Scout | Synthetic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view &amp;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Each scheme shows: official scheme ID/name, decision, quoted rule, source URL and evidence ID.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Each result links to the exact synthetic input record used for the decision.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Draft records include a draft ID, status and approval requirement.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Deadlines are shown only when verified; unresolved items remain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AGENTIC NINJAS | Scholarship Eligibility Scout | Synthetic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Official test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TC1: ₹2.4 lakh income, B.Tech, OBC → find matches and save a draft.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TC2: income ₹1 above ceiling → exclude and quote the rule.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TC3: oversized certificate → preserve original, compress copy, upload and check readability.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TC4: incorrect DOB in preview → block submission until corrected.</a:t>
            </a:r>
          </a:p>
          <a:p>
            <a:pPr>
              <a:spcAft>
                <a:spcPts val="1800"/>
              </a:spcAft>
              <a:defRPr sz="1800">
                <a:solidFill>
                  <a:srgbClr val="162238"/>
                </a:solidFill>
              </a:defRPr>
            </a:pPr>
            <a:r>
              <a:t>Current local prototype intentionally marks TC3 as FAIL because real compression/upload/readability are not implemented.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AGENTIC NINJAS | Scholarship Eligibility Scout | Synthetic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Safety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Use synthetic student data for the demo; do not expose real personal information.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Scholarship pages remain read-only; no OTP/CAPTCHA bypass.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Never submit an application automatically; require explicit student approval.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Illustrative scheme rules and example.org URLs are placeholders, not official evidence.</a:t>
            </a:r>
          </a:p>
          <a:p>
            <a:pPr>
              <a:spcAft>
                <a:spcPts val="1800"/>
              </a:spcAft>
              <a:defRPr sz="1800">
                <a:solidFill>
                  <a:srgbClr val="162238"/>
                </a:solidFill>
              </a:defRPr>
            </a:pPr>
            <a:r>
              <a:t>Before final submission: replace placeholders with verified official sources, deploy publicly and capture real test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AGENTIC NINJAS | Scholarship Eligibility Scout | Synthetic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walkthrough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Open index.html and click Run all 4 test cases.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Review expected vs actual results and explain the TC3 limitation honestly.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Export evidence JSON and capture dashboard/test screenshots.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Deliverables: source code, n8n starter JSON, architecture diagram source, test report and this presentation.</a:t>
            </a:r>
          </a:p>
          <a:p>
            <a:pPr>
              <a:spcAft>
                <a:spcPts val="1800"/>
              </a:spcAft>
              <a:defRPr sz="2100">
                <a:solidFill>
                  <a:srgbClr val="162238"/>
                </a:solidFill>
              </a:defRPr>
            </a:pPr>
            <a:r>
              <a:t>Public demo URL, demo video URL and LinkedIn proof must be created by the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AGENTIC NINJAS | Scholarship Eligibility Scout | Synthetic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